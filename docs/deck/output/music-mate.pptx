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568196"/>
            <a:ext cx="118872" cy="20116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76756"/>
            <a:ext cx="118872" cy="38404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371600"/>
            <a:ext cx="118872" cy="594360"/>
          </a:xfrm>
          <a:prstGeom prst="roundRect">
            <a:avLst>
              <a:gd name="adj" fmla="val 38462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476756"/>
            <a:ext cx="118872" cy="38404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568196"/>
            <a:ext cx="118872" cy="20116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03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SHOWCASE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Mate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music &amp; video downloader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480560"/>
            <a:ext cx="8229600" cy="0"/>
          </a:xfrm>
          <a:prstGeom prst="line">
            <a:avLst/>
          </a:prstGeom>
          <a:noFill/>
          <a:ln w="12700">
            <a:solidFill>
              <a:srgbClr val="2A2A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github.com/hellogunawan99/music-mate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A8A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830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most downloaders fall short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00600" y="17830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03520" y="17830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303520" y="20756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Mate's approach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24688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7614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· yt-dlp · ffmpeg · Three.js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24688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0" y="24688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0" y="27614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pieces fit together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1546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1560" y="31546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34472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MP3/MP4, SponsorBlock, queue, history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0600" y="31546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03520" y="31546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&amp; 3D scene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03520" y="34472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 + animated equalizer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8404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8404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1560" y="41330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+ GitHub for home-lab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0600" y="3840480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03520" y="384048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03520" y="41330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 for v2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most music downloaders fall short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2496312" cy="274320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783080"/>
            <a:ext cx="2167128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48840"/>
            <a:ext cx="1947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1947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Clouds everywhere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1947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downloaders hold your files on their servers, throttle free tiers, and get DMCA'd into oblivion. Your downloads aren't yours.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19272" y="1783080"/>
            <a:ext cx="2496312" cy="274320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83864" y="1783080"/>
            <a:ext cx="2167128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3592" y="2148840"/>
            <a:ext cx="1947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3593592" y="2926080"/>
            <a:ext cx="1947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apps don't work on mobile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3474720"/>
            <a:ext cx="1947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yt-dlp is pure Python. Bundling it in an APK costs 150 MB and breaks every update. The iOS App Store rejects these apps outright.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9904" y="1783080"/>
            <a:ext cx="2496312" cy="2743200"/>
          </a:xfrm>
          <a:prstGeom prst="roundRect">
            <a:avLst>
              <a:gd name="adj" fmla="val 5495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783080"/>
            <a:ext cx="2167128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2148840"/>
            <a:ext cx="1947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6364224" y="2926080"/>
            <a:ext cx="1947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apps are slow and ugly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64224" y="3474720"/>
            <a:ext cx="1947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downloaders are plastered with ads, pop-ups, and 'verify you're human' walls. The good ones die when their hosting bill comes due.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Mate, in one sentence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8046720" cy="1051560"/>
          </a:xfrm>
          <a:prstGeom prst="roundRect">
            <a:avLst>
              <a:gd name="adj" fmla="val 17391"/>
            </a:avLst>
          </a:prstGeom>
          <a:solidFill>
            <a:srgbClr val="0F0F12"/>
          </a:solidFill>
          <a:ln w="12700">
            <a:solidFill>
              <a:srgbClr val="0F0F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91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7132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self-hosted web app that streams audio &amp; video from 1,800+ sites straight to your machine — no accounts, no cloud, no friction.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73552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1089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34747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your hardware. Data never leaves.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3273552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31089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friction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4747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link → click. No signups, no captchas.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187952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0233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formats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8680" y="43891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MP3 / M4A / Opus · MP4 / WebM up to 4K.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4187952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0233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SponsorBlock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43891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Auto-skip sponsors, intros, outros.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layers, each picked for a reason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45720" cy="9601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1371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0" y="1783080"/>
            <a:ext cx="147447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947672"/>
            <a:ext cx="110871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1108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· server actions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97630" y="1783080"/>
            <a:ext cx="147447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0510" y="1947672"/>
            <a:ext cx="110871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80510" y="2286000"/>
            <a:ext cx="1108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· suspense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09260" y="1783080"/>
            <a:ext cx="147447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92140" y="1947672"/>
            <a:ext cx="110871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v4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92140" y="2286000"/>
            <a:ext cx="1108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CSS-first design tokens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20890" y="1783080"/>
            <a:ext cx="147447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03770" y="1947672"/>
            <a:ext cx="110871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03770" y="2286000"/>
            <a:ext cx="110871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Animated 3D equalizer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80360"/>
            <a:ext cx="45720" cy="9601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2880360"/>
            <a:ext cx="1371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0" y="2880360"/>
            <a:ext cx="2011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68880" y="304495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routes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46888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/api/info · /api/download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34840" y="2880360"/>
            <a:ext cx="2011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304495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body validation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83680" y="2880360"/>
            <a:ext cx="2011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304495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child_process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6656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Spawn yt-dlp subprocess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77640"/>
            <a:ext cx="45720" cy="9601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77640"/>
            <a:ext cx="1371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86000" y="3977640"/>
            <a:ext cx="2011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68880" y="414223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yt-dlp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2468880" y="4480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1,800+ site extractors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34840" y="3977640"/>
            <a:ext cx="2011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17720" y="414223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617720" y="4480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extract + mp3 encode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83680" y="3977640"/>
            <a:ext cx="20116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14223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766560" y="44805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Multi-stage Debian build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download flows through the system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83664"/>
            <a:ext cx="502920" cy="5029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8366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0100" y="2386584"/>
            <a:ext cx="0" cy="45720"/>
          </a:xfrm>
          <a:prstGeom prst="line">
            <a:avLst/>
          </a:prstGeom>
          <a:noFill/>
          <a:ln w="12700">
            <a:solidFill>
              <a:srgbClr val="D4D4D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32588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submits URL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12140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triggers POST /api/download with format options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502920" cy="5029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32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0100" y="2935224"/>
            <a:ext cx="0" cy="45720"/>
          </a:xfrm>
          <a:prstGeom prst="line">
            <a:avLst/>
          </a:prstGeom>
          <a:noFill/>
          <a:ln w="12700">
            <a:solidFill>
              <a:srgbClr val="D4D4D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325880" y="24231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spawns yt-dlp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267004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 with audio-format=mp3, bitrate=192K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980944"/>
            <a:ext cx="502920" cy="5029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9809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0100" y="3483864"/>
            <a:ext cx="0" cy="45720"/>
          </a:xfrm>
          <a:prstGeom prst="line">
            <a:avLst/>
          </a:prstGeom>
          <a:noFill/>
          <a:ln w="12700">
            <a:solidFill>
              <a:srgbClr val="D4D4D8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325880" y="2971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yt-dlp fetches source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25880" y="3218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metadata + audio stream from origin server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29584"/>
            <a:ext cx="502920" cy="5029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00100" y="4032504"/>
            <a:ext cx="0" cy="45720"/>
          </a:xfrm>
          <a:prstGeom prst="line">
            <a:avLst/>
          </a:prstGeom>
          <a:noFill/>
          <a:ln w="12700">
            <a:solidFill>
              <a:srgbClr val="D4D4D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325880" y="3520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post-processes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76732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audio, encodes to mp3, embeds metadata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25880" y="40690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piped back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25880" y="431596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 file → ReadableStream → browser save dialog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you'd want, nothing you don't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259080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011680"/>
            <a:ext cx="777240" cy="237744"/>
          </a:xfrm>
          <a:prstGeom prst="roundRect">
            <a:avLst>
              <a:gd name="adj" fmla="val 15385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011680"/>
            <a:ext cx="777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MP3 / M4A / Opus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65176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Bitrate control: 128 / 192 / 320 kbps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76600" y="1783080"/>
            <a:ext cx="259080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5200" y="2011680"/>
            <a:ext cx="777240" cy="237744"/>
          </a:xfrm>
          <a:prstGeom prst="roundRect">
            <a:avLst>
              <a:gd name="adj" fmla="val 15385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05200" y="2011680"/>
            <a:ext cx="777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05200" y="233172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MP4 / WebM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05200" y="265176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4K resolution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04560" y="1783080"/>
            <a:ext cx="259080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33160" y="2011680"/>
            <a:ext cx="777240" cy="237744"/>
          </a:xfrm>
          <a:prstGeom prst="roundRect">
            <a:avLst>
              <a:gd name="adj" fmla="val 15385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33160" y="2011680"/>
            <a:ext cx="777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3160" y="233172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SponsorBlock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33160" y="265176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Auto-skip sponsors, intros, outros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246120"/>
            <a:ext cx="259080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474720"/>
            <a:ext cx="777240" cy="237744"/>
          </a:xfrm>
          <a:prstGeom prst="roundRect">
            <a:avLst>
              <a:gd name="adj" fmla="val 15385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474720"/>
            <a:ext cx="777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379476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77240" y="411480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many URLs, sequential downloads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76600" y="3246120"/>
            <a:ext cx="259080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05200" y="3474720"/>
            <a:ext cx="777240" cy="237744"/>
          </a:xfrm>
          <a:prstGeom prst="roundRect">
            <a:avLst>
              <a:gd name="adj" fmla="val 15385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05200" y="3474720"/>
            <a:ext cx="777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05200" y="379476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505200" y="411480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downloads, stored locally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004560" y="3246120"/>
            <a:ext cx="259080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33160" y="3474720"/>
            <a:ext cx="777240" cy="237744"/>
          </a:xfrm>
          <a:prstGeom prst="roundRect">
            <a:avLst>
              <a:gd name="adj" fmla="val 15385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3160" y="3474720"/>
            <a:ext cx="777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33160" y="379476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233160" y="4114800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auth, zero telemetry, zero cloud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· 3D SCENE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with animated equalizer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120640" cy="2880360"/>
          </a:xfrm>
          <a:prstGeom prst="roundRect">
            <a:avLst>
              <a:gd name="adj" fmla="val 6349"/>
            </a:avLst>
          </a:prstGeom>
          <a:solidFill>
            <a:srgbClr val="0F0F12"/>
          </a:solidFill>
          <a:ln w="12700">
            <a:solidFill>
              <a:srgbClr val="E8E8EC"/>
            </a:solidFill>
            <a:prstDash val="solid"/>
          </a:ln>
        </p:spPr>
      </p:sp>
      <p:pic>
        <p:nvPicPr>
          <p:cNvPr id="6" name="Image 0" descr="./imgs/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737360"/>
            <a:ext cx="5029200" cy="2788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0" y="1783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0" y="2148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instanced bars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43600" y="2560320"/>
            <a:ext cx="2651760" cy="0"/>
          </a:xfrm>
          <a:prstGeom prst="line">
            <a:avLst/>
          </a:prstGeom>
          <a:noFill/>
          <a:ln w="12700">
            <a:solidFill>
              <a:srgbClr val="E8E8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0" y="2834640"/>
            <a:ext cx="109728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72200" y="27432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InstancedMesh = single draw call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43600" y="3127248"/>
            <a:ext cx="109728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72200" y="303580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colors with gradient palette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943600" y="3419856"/>
            <a:ext cx="109728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172200" y="332841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GLSL wave shader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0" y="3712464"/>
            <a:ext cx="109728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362102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Subtle camera parallax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943600" y="4005072"/>
            <a:ext cx="109728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72200" y="391363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prefers-reduced-motion respected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943600" y="4297680"/>
            <a:ext cx="109728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72200" y="420624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Lazy-loaded via dynamic import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SHOWCASE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more screens, same polish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2560320" cy="27432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pic>
        <p:nvPicPr>
          <p:cNvPr id="6" name="Image 0" descr="./imgs/read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13232" y="1947672"/>
            <a:ext cx="2231136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fetched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38862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Title, uploader, duration, thumbnail — auto-parsed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783080"/>
            <a:ext cx="2560320" cy="27432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pic>
        <p:nvPicPr>
          <p:cNvPr id="10" name="Image 1" descr="./imgs/queu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56432" y="1947672"/>
            <a:ext cx="2231136" cy="1463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2044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queue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520440" y="38862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many URLs, sequential downloads with status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35040" y="1783080"/>
            <a:ext cx="2560320" cy="27432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pic>
        <p:nvPicPr>
          <p:cNvPr id="14" name="Image 2" descr="./imgs/histo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99632" y="1947672"/>
            <a:ext cx="2231136" cy="1463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6364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history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263640" y="38862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Re-download in one click · stored in browser only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Docker image, three commands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5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25603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92608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0F0F12"/>
          </a:solidFill>
          <a:ln w="12700">
            <a:solidFill>
              <a:srgbClr val="0F0F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1752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E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https://github.com/hellogunawan99/music-mate.git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E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music-mate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1783080"/>
            <a:ext cx="25603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965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520440" y="292608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0F0F12"/>
          </a:solidFill>
          <a:ln w="12700">
            <a:solidFill>
              <a:srgbClr val="0F0F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301752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E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 -t music-mate:local 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783080"/>
            <a:ext cx="256032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8E8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19659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26364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0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63640" y="2926080"/>
            <a:ext cx="2103120" cy="1051560"/>
          </a:xfrm>
          <a:prstGeom prst="roundRect">
            <a:avLst>
              <a:gd name="adj" fmla="val 8696"/>
            </a:avLst>
          </a:prstGeom>
          <a:solidFill>
            <a:srgbClr val="0F0F12"/>
          </a:solidFill>
          <a:ln w="12700">
            <a:solidFill>
              <a:srgbClr val="0F0F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01752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E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</a:t>
            </a:r>
            <a:endParaRPr lang="en-US" sz="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E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http://localhost:3847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8046720" cy="365760"/>
          </a:xfrm>
          <a:prstGeom prst="roundRect">
            <a:avLst>
              <a:gd name="adj" fmla="val 25000"/>
            </a:avLst>
          </a:prstGeom>
          <a:solidFill>
            <a:srgbClr val="0F0F12"/>
          </a:solidFill>
          <a:ln w="12700">
            <a:solidFill>
              <a:srgbClr val="0F0F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1.03 GB image · yt-dlp + ffmpeg + Node 20 · non-root · healthcheck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458200" y="4709160"/>
            <a:ext cx="365760" cy="3657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5820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568196"/>
            <a:ext cx="118872" cy="20116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76756"/>
            <a:ext cx="118872" cy="38404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371600"/>
            <a:ext cx="118872" cy="594360"/>
          </a:xfrm>
          <a:prstGeom prst="roundRect">
            <a:avLst>
              <a:gd name="adj" fmla="val 38462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476756"/>
            <a:ext cx="118872" cy="38404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568196"/>
            <a:ext cx="118872" cy="201168"/>
          </a:xfrm>
          <a:prstGeom prst="roundRect">
            <a:avLst>
              <a:gd name="adj" fmla="val 38462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03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 for watching.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Mate is open source. Star it, fork it, or just take it for a spin.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251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github.com/hellogunawan99/music-mate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669280" y="42519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4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locally: http://192.168.18.16:3847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2026-06-21T00:20:04Z</dcterms:created>
  <dcterms:modified xsi:type="dcterms:W3CDTF">2026-06-21T00:20:04Z</dcterms:modified>
</cp:coreProperties>
</file>