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960120"/>
            <a:ext cx="146304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SHOWCASE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Mate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music &amp; video downloader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link from YouTube, Instagram, TikTok, SoundCloud, X, or 1,800+ other sites.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accounts. No tracking. Runs on your machine.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7498080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github.com/hellogunawan99/music-mate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4526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in the next 10 slides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810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0848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most downloaders fall short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0" y="1810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0" y="20848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Mate's 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404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yt-dlp, ffmpeg, Three.js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2080" y="2404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 together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MP3/MP4, SponsorBlock, queue, history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3D scene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+ animated equalizer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593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38679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GitHub for home-lab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611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12080" y="3593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12080" y="38679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for v2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most music downloaders fall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697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Clouds everywhere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downloaders hold your files on their servers, throttle free tiers, and get DMCA'd into oblivion. Your downloads aren't yours.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783080"/>
            <a:ext cx="2697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apps don't work on mobile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 is pure Python. Bundling a Python runtime in an APK costs 150MB and breaks every yt-dlp update. iOS App Store rejects them outright.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83080"/>
            <a:ext cx="2697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apps are slow &amp; ugly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downloaders are plastered with ads, pop-ups, and 'verify you're human' walls. The good ones die when their hosting bill comes due.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Mate, in one sentence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self-hosted web app that streams audio &amp; video from 1,800+ sites straight to your machine — no accounts, no cloud, no friction.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9260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74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your hardware. Your data never leaves.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69748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9260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474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794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link → click. No signups. No captchas.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69748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9260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474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formats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794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 / M4A / Opus audio. MP4 / WebM up to 4K video.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69748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29260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34747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SponsorBlock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3794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Auto-skip sponsors, intros, outros on YouTube.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each picked for a reason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87452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96596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28600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router, server 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71900" y="187452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3340" y="196596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63340" y="228600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components, suspense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187452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96596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228600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CSS-first design tokens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09460" y="187452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0900" y="196596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00900" y="228600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3D equalizer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73152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803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2971800"/>
            <a:ext cx="2133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3063240"/>
            <a:ext cx="195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338328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/api/info, /api/download, /api/health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28160" y="2971800"/>
            <a:ext cx="2133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9600" y="3063240"/>
            <a:ext cx="195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19600" y="338328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body validation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53200" y="2971800"/>
            <a:ext cx="2133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4640" y="3063240"/>
            <a:ext cx="195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child_process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44640" y="338328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yt-dlp subprocess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9776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03120" y="406908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416052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94560" y="448056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1,800+ site extractors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71900" y="406908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63340" y="416052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63340" y="448056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extract + mp3 encode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0680" y="406908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16052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448056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Debian build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09460" y="4069080"/>
            <a:ext cx="15773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0900" y="4160520"/>
            <a:ext cx="1394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00900" y="4480560"/>
            <a:ext cx="1394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Auto-build on push (planned)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download request flows through the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" y="18745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" y="2331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5400000">
            <a:off x="1988820" y="2235708"/>
            <a:ext cx="146304" cy="146304"/>
          </a:xfrm>
          <a:prstGeom prst="rt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1660" y="2308860"/>
            <a:ext cx="1828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5980" y="18745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598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25980" y="2331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726180" y="2235708"/>
            <a:ext cx="146304" cy="146304"/>
          </a:xfrm>
          <a:prstGeom prst="rt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9020" y="2308860"/>
            <a:ext cx="1828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63340" y="18745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334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63340" y="2331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child_process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463540" y="2235708"/>
            <a:ext cx="146304" cy="146304"/>
          </a:xfrm>
          <a:prstGeom prst="rt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6380" y="2308860"/>
            <a:ext cx="1828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00700" y="18745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070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00700" y="2331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+ embed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200900" y="2235708"/>
            <a:ext cx="146304" cy="146304"/>
          </a:xfrm>
          <a:prstGeom prst="rt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3740" y="2308860"/>
            <a:ext cx="1828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8060" y="18745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806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file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38060" y="2331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ReadableStream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54096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54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301752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pastes URL → React triggers POST /api/download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419856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19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338328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 spawns yt-dlp subprocess with audio-format=mp3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85616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374904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 fetches metadata + audio stream from source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151376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51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411480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post-processes: extract audio → encode mp3 @ 192kbps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517136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517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" y="448056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file piped back as ReadableStream → browser save dialog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you'd want, nothing you don't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 / M4A / Opus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Bitrate control: 128 / 192 / 320 kbps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783080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01168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011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/ WebM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4K resolution (720p / 1080p / 4K)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83080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01168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011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SponsorBlock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Auto-skip sponsors, intros, outros, self-promo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47472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74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" y="3794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list of URLs — sequential batch download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324612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3246120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347472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74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20440" y="3794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2044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downloads saved locally in your browser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24612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3246120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347472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474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5080" y="3794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auth, zero telemetry, zero cloud storage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3D SCENE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with animated equalizer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943600" cy="2834640"/>
          </a:xfrm>
          <a:prstGeom prst="roundRect">
            <a:avLst>
              <a:gd name="adj" fmla="val 3226"/>
            </a:avLst>
          </a:prstGeom>
          <a:solidFill>
            <a:srgbClr val="09090B"/>
          </a:solidFill>
          <a:ln w="12700">
            <a:solidFill>
              <a:srgbClr val="E8E8EC"/>
            </a:solidFill>
            <a:prstDash val="solid"/>
          </a:ln>
        </p:spPr>
      </p:sp>
      <p:pic>
        <p:nvPicPr>
          <p:cNvPr id="6" name="Image 0" descr="./img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58521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69164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665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instanced bars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267004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26060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InstancedMesh = 1 draw call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66560" y="296265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289864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colors w/ gradient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325526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191256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shader background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354787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3483864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parallax sway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66560" y="384048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377647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prefers-reduced-motion respected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66560" y="413308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40690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Lazy-loaded (main bundle stays light)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SHOWCASE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screens, same polish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20240"/>
            <a:ext cx="2423160" cy="150876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7" name="Image 0" descr="./imgs/read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920240"/>
            <a:ext cx="2423160" cy="1508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20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fetched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Auto-parsed title, uploader, duration, thumbnail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78308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920240"/>
            <a:ext cx="2423160" cy="150876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12" name="Image 1" descr="./imgs/queu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29000" y="1920240"/>
            <a:ext cx="2423160" cy="1508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520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queue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many URLs · sequential · status counts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78308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63640" y="1920240"/>
            <a:ext cx="2423160" cy="150876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pic>
        <p:nvPicPr>
          <p:cNvPr id="17" name="Image 2" descr="./imgs/histor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63640" y="1920240"/>
            <a:ext cx="2423160" cy="1508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520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history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Re-download in 1 click · stored only in browser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Docker image, three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0F0F12"/>
          </a:solidFill>
          <a:ln w="12700">
            <a:solidFill>
              <a:srgbClr val="0F0F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https://github.com/hellogunawan99/music-mate.git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music-mate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0440" y="288036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0F0F12"/>
          </a:solidFill>
          <a:ln w="12700">
            <a:solidFill>
              <a:srgbClr val="0F0F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971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music-mate:local 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55080" y="288036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0F0F12"/>
          </a:solidFill>
          <a:ln w="12700">
            <a:solidFill>
              <a:srgbClr val="0F0F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971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http://localhost:3847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1.03GB image · Node 20 + yt-dlp + ffmpeg + healthcheck + non-root user · production-ready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watching.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Mate is open source and lives on GitHub.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9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it, fork it, or just take it for a spin.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37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github.com/hellogunawan99/music-mate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locally:  http://192.168.18.16:3847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7498080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34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Next.js 16 · React 19 · yt-dlp · ffmpeg · Three.js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2026-06-20T23:53:43Z</dcterms:created>
  <dcterms:modified xsi:type="dcterms:W3CDTF">2026-06-20T23:53:43Z</dcterms:modified>
</cp:coreProperties>
</file>